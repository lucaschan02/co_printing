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22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436" autoAdjust="0"/>
  </p:normalViewPr>
  <p:slideViewPr>
    <p:cSldViewPr snapToGrid="0">
      <p:cViewPr>
        <p:scale>
          <a:sx n="100" d="100"/>
          <a:sy n="100" d="100"/>
        </p:scale>
        <p:origin x="99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FD9F1-3702-34D7-A4F3-60522DBF32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53EC1-8FE0-79B4-CDE9-8C59060E2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0CF92-903C-9209-CE32-18367D4FF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72CC5-D616-6764-B56A-0DBC743E5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2D1B13-C7B6-F13F-AF17-6D8CC748E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92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D98E4-E74A-FB31-8F9B-DDA93DCD0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C0D55-1781-995A-AEE0-2357A4DC2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564E8-8CDF-B0D9-5E5B-143EAA96F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0FA46-CC7C-9AD3-F0AE-281EF936A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52803-1245-D8C5-F33B-32DF4AB3B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2037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8AE5-C44C-BB82-7EA0-5EEA4A8E0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A7C84E-F3AF-F224-9083-3A10F198E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87D42-7C9C-7DCE-992D-A3709506F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D095AA-6238-10D9-31FA-3CA184ED5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84634-0412-BEBF-B740-6554EE750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864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B011C-2B69-554B-B682-6B0D8DB73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FC2ED7-4754-9EE5-300B-79F90A66D0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784110-D9F7-165B-91EF-459E079879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E85010-C47E-415C-E1A6-8A101C403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49BD49-461A-6E0C-0B43-B65DB5117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3A2E6C-F80D-FDF1-7B4E-B87EB9E17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10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1D76D-6B60-E1C1-14E3-5EC080528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6B3F12-9EAC-5161-81AA-EC7861CCF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2F7DF8-42F0-6565-CD12-38D02056C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5A5894-2B8B-27A7-47AD-4257F70A0D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7CB432-A0B8-6C67-D053-3C28D4ADF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150238-55C9-0DE1-D1C4-57102AC2F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8A5EC1-3C4F-7FBB-8D4D-A305F8A2A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2C6802-E73D-3E77-9546-550A848B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82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8CC88-6570-7FF3-7EEB-0D44CE63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693C5-DC65-2430-85F6-7194498BF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6D1D67-E6A4-3D74-8EAC-7CC15F26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6C5EAF-4F69-BBEC-F15B-7C307771A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286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B7A94-AC63-E2F3-DB43-1085A6EC9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4C81FA-3623-65B6-2DC3-910D18D73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3E090-13E1-9923-A967-57D8707B7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18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E63E6-0334-E315-3023-31AD22F26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92817-4278-2DBC-9941-8E63791B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C116EC-70D2-75DF-C3FA-0EFD875BA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D89D6-E861-6843-3605-55477BE2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F122A3-3670-7C50-EF15-6D1FC2850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4365CE-4C3B-CCCA-0CCD-76959E21F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30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2F68E-0115-E114-A2ED-C69CBCECD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8CCB45-03B1-5CFF-F536-8B11033821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09A5AB-A0FD-0BCA-6B9B-81119F986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7A7189-C74B-C308-2005-90A7A1CAC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D3EA2-1A83-034D-E89C-F0241E895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CC2FF6-0F3D-044B-D573-88BB8A841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545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10140-5144-8C94-D5A6-72AD7BC59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B2F10C-DF48-D181-B776-FB3CC219E4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583B45-E548-0972-A893-6DE431151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76FAF7-3077-DBB7-22AC-C014CA331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7928E-22D0-478D-8899-A83928E79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668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DBF252-6681-FCBE-AE4A-9CA93A9296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6E2205-7F8D-3195-4AFF-7371AA0AC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E84B4-F18B-D294-6772-1B66A4B87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8DDF2-E490-43C5-69DF-21D498DF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E1DE7-8F54-16A9-99FB-7E2256857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6142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9962F11-793D-406D-FD54-41D809F3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4FF552-78B7-0E33-F085-AC9ED39BCB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B17F42-8E36-808C-D5C8-807153EE1D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331D5-20F8-4950-893A-B56B491627C6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83D21-2B8E-E588-9910-0ADAE6D5B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1DEB6-DA29-C653-44BB-5D1F50B191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4331D-0F4C-48A0-AE0A-C74A5F50E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E1A08-5696-7BBE-AA00-87D457292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oup 30">
            <a:extLst>
              <a:ext uri="{FF2B5EF4-FFF2-40B4-BE49-F238E27FC236}">
                <a16:creationId xmlns:a16="http://schemas.microsoft.com/office/drawing/2014/main" id="{BB2372F5-8175-F515-C51F-58E08A9D8890}"/>
              </a:ext>
            </a:extLst>
          </p:cNvPr>
          <p:cNvGrpSpPr/>
          <p:nvPr/>
        </p:nvGrpSpPr>
        <p:grpSpPr>
          <a:xfrm>
            <a:off x="-733944" y="-3869923"/>
            <a:ext cx="12773544" cy="12057890"/>
            <a:chOff x="-733944" y="-3869923"/>
            <a:chExt cx="12773544" cy="12057890"/>
          </a:xfrm>
        </p:grpSpPr>
        <p:pic>
          <p:nvPicPr>
            <p:cNvPr id="3" name="Picture 2" descr="A group of black strips&#10;&#10;AI-generated content may be incorrect.">
              <a:extLst>
                <a:ext uri="{FF2B5EF4-FFF2-40B4-BE49-F238E27FC236}">
                  <a16:creationId xmlns:a16="http://schemas.microsoft.com/office/drawing/2014/main" id="{AA3579F3-203B-2192-EE4F-AA8C33326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684" b="1777"/>
            <a:stretch>
              <a:fillRect/>
            </a:stretch>
          </p:blipFill>
          <p:spPr>
            <a:xfrm>
              <a:off x="6096000" y="-3869923"/>
              <a:ext cx="5943600" cy="3690294"/>
            </a:xfrm>
            <a:prstGeom prst="rect">
              <a:avLst/>
            </a:prstGeom>
          </p:spPr>
        </p:pic>
        <p:pic>
          <p:nvPicPr>
            <p:cNvPr id="5" name="Picture 4" descr="Several pieces of tape on a white surface&#10;&#10;AI-generated content may be incorrect.">
              <a:extLst>
                <a:ext uri="{FF2B5EF4-FFF2-40B4-BE49-F238E27FC236}">
                  <a16:creationId xmlns:a16="http://schemas.microsoft.com/office/drawing/2014/main" id="{DA87CC45-D9DA-B9A7-E1F3-07CA6914A93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828" b="2673"/>
            <a:stretch>
              <a:fillRect/>
            </a:stretch>
          </p:blipFill>
          <p:spPr>
            <a:xfrm>
              <a:off x="6096000" y="3922809"/>
              <a:ext cx="5943600" cy="3860085"/>
            </a:xfrm>
            <a:prstGeom prst="rect">
              <a:avLst/>
            </a:prstGeom>
          </p:spPr>
        </p:pic>
        <p:pic>
          <p:nvPicPr>
            <p:cNvPr id="7" name="Picture 6" descr="Several pieces of metal&#10;&#10;AI-generated content may be incorrect.">
              <a:extLst>
                <a:ext uri="{FF2B5EF4-FFF2-40B4-BE49-F238E27FC236}">
                  <a16:creationId xmlns:a16="http://schemas.microsoft.com/office/drawing/2014/main" id="{11C51225-E1B8-5ED6-6060-E168A88AB2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73" b="2758"/>
            <a:stretch>
              <a:fillRect/>
            </a:stretch>
          </p:blipFill>
          <p:spPr>
            <a:xfrm>
              <a:off x="6096000" y="-84065"/>
              <a:ext cx="5943600" cy="384923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4F3723-DAE3-B195-658A-15F9AFA05482}"/>
                </a:ext>
              </a:extLst>
            </p:cNvPr>
            <p:cNvSpPr txBox="1"/>
            <p:nvPr/>
          </p:nvSpPr>
          <p:spPr>
            <a:xfrm>
              <a:off x="5209656" y="-3681781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60 mm/s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FEAFB26-5CB4-A428-AF0C-E9656CA4A586}"/>
                </a:ext>
              </a:extLst>
            </p:cNvPr>
            <p:cNvSpPr txBox="1"/>
            <p:nvPr/>
          </p:nvSpPr>
          <p:spPr>
            <a:xfrm>
              <a:off x="5209656" y="-2669251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55 mm/s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594B264-43BF-6896-51C8-86A784CE8034}"/>
                </a:ext>
              </a:extLst>
            </p:cNvPr>
            <p:cNvSpPr txBox="1"/>
            <p:nvPr/>
          </p:nvSpPr>
          <p:spPr>
            <a:xfrm>
              <a:off x="5209656" y="-1656721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50 mm/s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2A17B97-AF03-91FF-2228-48B03CB97D4E}"/>
                </a:ext>
              </a:extLst>
            </p:cNvPr>
            <p:cNvSpPr txBox="1"/>
            <p:nvPr/>
          </p:nvSpPr>
          <p:spPr>
            <a:xfrm>
              <a:off x="5209656" y="-644191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45 mm/s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6DB2E62-EAD0-824B-DE9C-5BE2AA59F1EC}"/>
                </a:ext>
              </a:extLst>
            </p:cNvPr>
            <p:cNvSpPr txBox="1"/>
            <p:nvPr/>
          </p:nvSpPr>
          <p:spPr>
            <a:xfrm>
              <a:off x="5209656" y="78363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40 mm/s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FA87F52-2849-A2C1-3FCA-3A277683725D}"/>
                </a:ext>
              </a:extLst>
            </p:cNvPr>
            <p:cNvSpPr txBox="1"/>
            <p:nvPr/>
          </p:nvSpPr>
          <p:spPr>
            <a:xfrm>
              <a:off x="5209656" y="1090893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35 mm/s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5B41247-E827-B3A2-7EF5-416F6B4A9A58}"/>
                </a:ext>
              </a:extLst>
            </p:cNvPr>
            <p:cNvSpPr txBox="1"/>
            <p:nvPr/>
          </p:nvSpPr>
          <p:spPr>
            <a:xfrm>
              <a:off x="5209656" y="2103423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30 mm/s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91EEF98-6EA1-A843-9EED-1646D0D19DBF}"/>
                </a:ext>
              </a:extLst>
            </p:cNvPr>
            <p:cNvSpPr txBox="1"/>
            <p:nvPr/>
          </p:nvSpPr>
          <p:spPr>
            <a:xfrm>
              <a:off x="5209656" y="3115953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25 mm/s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E923F325-9539-AC41-FAE2-D2B22F21AF95}"/>
                </a:ext>
              </a:extLst>
            </p:cNvPr>
            <p:cNvSpPr txBox="1"/>
            <p:nvPr/>
          </p:nvSpPr>
          <p:spPr>
            <a:xfrm>
              <a:off x="5209656" y="5049371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15 mm/s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57A776D-BAA4-7536-48AF-70D926FFC675}"/>
                </a:ext>
              </a:extLst>
            </p:cNvPr>
            <p:cNvSpPr txBox="1"/>
            <p:nvPr/>
          </p:nvSpPr>
          <p:spPr>
            <a:xfrm>
              <a:off x="5209656" y="6061901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10 mm/s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CF59EE6-9628-1B07-4172-B9D1109DA04E}"/>
                </a:ext>
              </a:extLst>
            </p:cNvPr>
            <p:cNvSpPr txBox="1"/>
            <p:nvPr/>
          </p:nvSpPr>
          <p:spPr>
            <a:xfrm>
              <a:off x="5281791" y="7074432"/>
              <a:ext cx="63671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5 mm/s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E362AFB7-AA07-C199-B9B7-92D618576DC6}"/>
                </a:ext>
              </a:extLst>
            </p:cNvPr>
            <p:cNvSpPr txBox="1"/>
            <p:nvPr/>
          </p:nvSpPr>
          <p:spPr>
            <a:xfrm>
              <a:off x="5209656" y="4036841"/>
              <a:ext cx="70884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20 mm/s</a:t>
              </a:r>
            </a:p>
          </p:txBody>
        </p:sp>
        <p:pic>
          <p:nvPicPr>
            <p:cNvPr id="22" name="Picture 21" descr="A black and grey rectangular strips&#10;&#10;AI-generated content may be incorrect.">
              <a:extLst>
                <a:ext uri="{FF2B5EF4-FFF2-40B4-BE49-F238E27FC236}">
                  <a16:creationId xmlns:a16="http://schemas.microsoft.com/office/drawing/2014/main" id="{5B7E6932-89DB-65A4-DB88-5B2EBA7AEAB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33944" y="-3869923"/>
              <a:ext cx="5943600" cy="3690294"/>
            </a:xfrm>
            <a:prstGeom prst="rect">
              <a:avLst/>
            </a:prstGeom>
          </p:spPr>
        </p:pic>
        <p:pic>
          <p:nvPicPr>
            <p:cNvPr id="26" name="Picture 25" descr="A row of black and grey strips&#10;&#10;AI-generated content may be incorrect.">
              <a:extLst>
                <a:ext uri="{FF2B5EF4-FFF2-40B4-BE49-F238E27FC236}">
                  <a16:creationId xmlns:a16="http://schemas.microsoft.com/office/drawing/2014/main" id="{531F1502-D88A-7BA8-085B-35956E8A3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33944" y="3922809"/>
              <a:ext cx="5943600" cy="3860085"/>
            </a:xfrm>
            <a:prstGeom prst="rect">
              <a:avLst/>
            </a:prstGeom>
          </p:spPr>
        </p:pic>
        <p:pic>
          <p:nvPicPr>
            <p:cNvPr id="28" name="Picture 27" descr="A row of black and grey rectangular strips&#10;&#10;AI-generated content may be incorrect.">
              <a:extLst>
                <a:ext uri="{FF2B5EF4-FFF2-40B4-BE49-F238E27FC236}">
                  <a16:creationId xmlns:a16="http://schemas.microsoft.com/office/drawing/2014/main" id="{5A46F1C9-64E0-3271-3FE6-FA195FF103D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733944" y="-84066"/>
              <a:ext cx="5943600" cy="3849232"/>
            </a:xfrm>
            <a:prstGeom prst="rect">
              <a:avLst/>
            </a:prstGeom>
          </p:spPr>
        </p:pic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F18155E-D3D5-02A4-902E-002A61D1F29C}"/>
                </a:ext>
              </a:extLst>
            </p:cNvPr>
            <p:cNvSpPr txBox="1"/>
            <p:nvPr/>
          </p:nvSpPr>
          <p:spPr>
            <a:xfrm>
              <a:off x="2091822" y="7926357"/>
              <a:ext cx="29206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a.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DE11F22-5A0F-1EE2-36F3-34E67CFC43F0}"/>
                </a:ext>
              </a:extLst>
            </p:cNvPr>
            <p:cNvSpPr txBox="1"/>
            <p:nvPr/>
          </p:nvSpPr>
          <p:spPr>
            <a:xfrm>
              <a:off x="8918560" y="7913699"/>
              <a:ext cx="29848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b.</a:t>
              </a:r>
            </a:p>
          </p:txBody>
        </p:sp>
      </p:grpSp>
      <p:pic>
        <p:nvPicPr>
          <p:cNvPr id="20" name="Picture 1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5A640FE-623B-21A0-04AF-B98598111AD2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0062" y="-3314728"/>
            <a:ext cx="388343" cy="369244"/>
          </a:xfrm>
          <a:prstGeom prst="rect">
            <a:avLst/>
          </a:prstGeom>
        </p:spPr>
      </p:pic>
      <p:pic>
        <p:nvPicPr>
          <p:cNvPr id="23" name="Picture 2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A447ECC-DF1A-34A4-7483-D3A38945D645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8154" y="-2853873"/>
            <a:ext cx="388343" cy="369244"/>
          </a:xfrm>
          <a:prstGeom prst="rect">
            <a:avLst/>
          </a:prstGeom>
        </p:spPr>
      </p:pic>
      <p:pic>
        <p:nvPicPr>
          <p:cNvPr id="24" name="Picture 2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FC5B26E-AE84-F20D-5730-CF83649534F0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676" y="-1389386"/>
            <a:ext cx="388343" cy="369244"/>
          </a:xfrm>
          <a:prstGeom prst="rect">
            <a:avLst/>
          </a:prstGeom>
        </p:spPr>
      </p:pic>
      <p:pic>
        <p:nvPicPr>
          <p:cNvPr id="27" name="Picture 2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F1660FC-5FA4-B535-52AA-D4694A042F93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199" y="-527366"/>
            <a:ext cx="388343" cy="369244"/>
          </a:xfrm>
          <a:prstGeom prst="rect">
            <a:avLst/>
          </a:prstGeom>
        </p:spPr>
      </p:pic>
      <p:pic>
        <p:nvPicPr>
          <p:cNvPr id="32" name="Picture 3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7894238-9EBC-7DC1-D009-F2DA48091F7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1497" y="-43970"/>
            <a:ext cx="388343" cy="369244"/>
          </a:xfrm>
          <a:prstGeom prst="rect">
            <a:avLst/>
          </a:prstGeom>
        </p:spPr>
      </p:pic>
      <p:pic>
        <p:nvPicPr>
          <p:cNvPr id="33" name="Picture 3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07160850-A2F8-D88B-16B7-15B513F93D6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683" y="929976"/>
            <a:ext cx="388343" cy="369244"/>
          </a:xfrm>
          <a:prstGeom prst="rect">
            <a:avLst/>
          </a:prstGeom>
        </p:spPr>
      </p:pic>
      <p:pic>
        <p:nvPicPr>
          <p:cNvPr id="34" name="Picture 3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A1008FB-D711-D1B9-0046-2CC188C2D27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012" y="2442094"/>
            <a:ext cx="388343" cy="369244"/>
          </a:xfrm>
          <a:prstGeom prst="rect">
            <a:avLst/>
          </a:prstGeom>
        </p:spPr>
      </p:pic>
      <p:pic>
        <p:nvPicPr>
          <p:cNvPr id="35" name="Picture 3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D426E0E-E029-AB5A-B1BC-6C8D3E38639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1013" y="2806427"/>
            <a:ext cx="388343" cy="369244"/>
          </a:xfrm>
          <a:prstGeom prst="rect">
            <a:avLst/>
          </a:prstGeom>
        </p:spPr>
      </p:pic>
      <p:pic>
        <p:nvPicPr>
          <p:cNvPr id="36" name="Picture 3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37628530-B50B-38D0-91B3-6C451637278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79" y="3904200"/>
            <a:ext cx="388343" cy="369244"/>
          </a:xfrm>
          <a:prstGeom prst="rect">
            <a:avLst/>
          </a:prstGeom>
        </p:spPr>
      </p:pic>
      <p:pic>
        <p:nvPicPr>
          <p:cNvPr id="37" name="Picture 3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C24D0DC6-2A81-A0D1-CDFA-F197B95A5180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77" y="4983549"/>
            <a:ext cx="388343" cy="369244"/>
          </a:xfrm>
          <a:prstGeom prst="rect">
            <a:avLst/>
          </a:prstGeom>
        </p:spPr>
      </p:pic>
      <p:pic>
        <p:nvPicPr>
          <p:cNvPr id="2" name="Picture 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2BD9EEF0-6E2E-4044-37CA-1D4B62623C9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199" y="5990192"/>
            <a:ext cx="388343" cy="369244"/>
          </a:xfrm>
          <a:prstGeom prst="rect">
            <a:avLst/>
          </a:prstGeom>
        </p:spPr>
      </p:pic>
      <p:pic>
        <p:nvPicPr>
          <p:cNvPr id="4" name="Picture 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9B51E91-D2AB-119D-B1A9-00289802E94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9578" y="6865113"/>
            <a:ext cx="388343" cy="369244"/>
          </a:xfrm>
          <a:prstGeom prst="rect">
            <a:avLst/>
          </a:prstGeom>
        </p:spPr>
      </p:pic>
      <p:pic>
        <p:nvPicPr>
          <p:cNvPr id="6" name="Picture 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41103B01-5C12-B372-73A7-DD17C7FE575B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36" y="-3439770"/>
            <a:ext cx="388343" cy="369244"/>
          </a:xfrm>
          <a:prstGeom prst="rect">
            <a:avLst/>
          </a:prstGeom>
        </p:spPr>
      </p:pic>
      <p:pic>
        <p:nvPicPr>
          <p:cNvPr id="25" name="Picture 2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80048BCA-AA67-8D76-B5A1-E992C2C204C9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0755" y="-1912021"/>
            <a:ext cx="388343" cy="369244"/>
          </a:xfrm>
          <a:prstGeom prst="rect">
            <a:avLst/>
          </a:prstGeom>
        </p:spPr>
      </p:pic>
      <p:pic>
        <p:nvPicPr>
          <p:cNvPr id="38" name="Picture 37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9B35E91-82B7-85F9-ABA8-AB9FDBAB670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495" y="-2945484"/>
            <a:ext cx="388343" cy="369244"/>
          </a:xfrm>
          <a:prstGeom prst="rect">
            <a:avLst/>
          </a:prstGeom>
        </p:spPr>
      </p:pic>
      <p:pic>
        <p:nvPicPr>
          <p:cNvPr id="39" name="Picture 38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1BB97BF-791F-59C8-BE80-B32DD564DEE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084" y="-426329"/>
            <a:ext cx="388343" cy="369244"/>
          </a:xfrm>
          <a:prstGeom prst="rect">
            <a:avLst/>
          </a:prstGeom>
        </p:spPr>
      </p:pic>
      <p:pic>
        <p:nvPicPr>
          <p:cNvPr id="40" name="Picture 39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E6CD7A90-EB84-FAA2-77C8-209C12275D5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868" y="-106259"/>
            <a:ext cx="388343" cy="369244"/>
          </a:xfrm>
          <a:prstGeom prst="rect">
            <a:avLst/>
          </a:prstGeom>
        </p:spPr>
      </p:pic>
      <p:pic>
        <p:nvPicPr>
          <p:cNvPr id="41" name="Picture 40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F0AFB407-4511-9FE3-4B12-E4E9B3A826E1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5853" y="1352503"/>
            <a:ext cx="388343" cy="369244"/>
          </a:xfrm>
          <a:prstGeom prst="rect">
            <a:avLst/>
          </a:prstGeom>
        </p:spPr>
      </p:pic>
      <p:pic>
        <p:nvPicPr>
          <p:cNvPr id="42" name="Picture 41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D2F2CB3-1C46-F53A-B7C9-01C7DC20606D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2560" y="1959722"/>
            <a:ext cx="388343" cy="369244"/>
          </a:xfrm>
          <a:prstGeom prst="rect">
            <a:avLst/>
          </a:prstGeom>
        </p:spPr>
      </p:pic>
      <p:pic>
        <p:nvPicPr>
          <p:cNvPr id="43" name="Picture 42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A0044A1D-5B52-7122-54CC-84788FEBCFEA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1198" y="2950322"/>
            <a:ext cx="388343" cy="369244"/>
          </a:xfrm>
          <a:prstGeom prst="rect">
            <a:avLst/>
          </a:prstGeom>
        </p:spPr>
      </p:pic>
      <p:pic>
        <p:nvPicPr>
          <p:cNvPr id="44" name="Picture 43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10FAB340-B4CE-15FF-35C7-B29835EC234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494" y="3957591"/>
            <a:ext cx="388343" cy="369244"/>
          </a:xfrm>
          <a:prstGeom prst="rect">
            <a:avLst/>
          </a:prstGeom>
        </p:spPr>
      </p:pic>
      <p:pic>
        <p:nvPicPr>
          <p:cNvPr id="45" name="Picture 44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5E7024B0-2502-3AFF-58BE-FB542F8D4E8E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7510" y="5366599"/>
            <a:ext cx="388343" cy="369244"/>
          </a:xfrm>
          <a:prstGeom prst="rect">
            <a:avLst/>
          </a:prstGeom>
        </p:spPr>
      </p:pic>
      <p:pic>
        <p:nvPicPr>
          <p:cNvPr id="46" name="Picture 45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B2B7B15E-B584-05FE-40EA-52005D22DF66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2882" y="6414205"/>
            <a:ext cx="388343" cy="369244"/>
          </a:xfrm>
          <a:prstGeom prst="rect">
            <a:avLst/>
          </a:prstGeom>
        </p:spPr>
      </p:pic>
      <p:pic>
        <p:nvPicPr>
          <p:cNvPr id="47" name="Picture 46" descr="A red x on a black background&#10;&#10;AI-generated content may be incorrect.">
            <a:extLst>
              <a:ext uri="{FF2B5EF4-FFF2-40B4-BE49-F238E27FC236}">
                <a16:creationId xmlns:a16="http://schemas.microsoft.com/office/drawing/2014/main" id="{DFFF146B-301D-8CDB-60FB-A16644D1658F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9236" y="7544455"/>
            <a:ext cx="388343" cy="369244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0E872A3C-FD93-CAB4-80ED-B556FE050B36}"/>
              </a:ext>
            </a:extLst>
          </p:cNvPr>
          <p:cNvSpPr txBox="1"/>
          <p:nvPr/>
        </p:nvSpPr>
        <p:spPr>
          <a:xfrm>
            <a:off x="3661012" y="7890615"/>
            <a:ext cx="39804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solidFill>
                  <a:srgbClr val="FF0000"/>
                </a:solidFill>
              </a:rPr>
              <a:t>Ⅹ</a:t>
            </a:r>
            <a:r>
              <a:rPr lang="en-GB" sz="1400" dirty="0"/>
              <a:t> </a:t>
            </a:r>
            <a:r>
              <a:rPr lang="en-GB" sz="1100" b="1" dirty="0"/>
              <a:t>— Initial failure points where cracks begin to develop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3E8E781-6BD5-FEF7-6AC2-D05108E5C556}"/>
              </a:ext>
            </a:extLst>
          </p:cNvPr>
          <p:cNvCxnSpPr/>
          <p:nvPr/>
        </p:nvCxnSpPr>
        <p:spPr>
          <a:xfrm flipV="1">
            <a:off x="5076825" y="-4457969"/>
            <a:ext cx="0" cy="58804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5E70A99-1E1B-1123-7EEC-0AD8EC4A0AEF}"/>
              </a:ext>
            </a:extLst>
          </p:cNvPr>
          <p:cNvCxnSpPr/>
          <p:nvPr/>
        </p:nvCxnSpPr>
        <p:spPr>
          <a:xfrm flipV="1">
            <a:off x="-590550" y="-4457969"/>
            <a:ext cx="0" cy="58804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17047F4-BEE8-67F5-96F2-9DE5EDDF20C3}"/>
              </a:ext>
            </a:extLst>
          </p:cNvPr>
          <p:cNvCxnSpPr/>
          <p:nvPr/>
        </p:nvCxnSpPr>
        <p:spPr>
          <a:xfrm>
            <a:off x="-590550" y="-4238894"/>
            <a:ext cx="566737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52FF78B4-8853-E963-07ED-F9361F10D6B9}"/>
              </a:ext>
            </a:extLst>
          </p:cNvPr>
          <p:cNvSpPr txBox="1"/>
          <p:nvPr/>
        </p:nvSpPr>
        <p:spPr>
          <a:xfrm>
            <a:off x="1535576" y="-4447092"/>
            <a:ext cx="1276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150 mm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C3A0819C-E9B1-78DD-B6C6-0FDF4D002432}"/>
              </a:ext>
            </a:extLst>
          </p:cNvPr>
          <p:cNvCxnSpPr/>
          <p:nvPr/>
        </p:nvCxnSpPr>
        <p:spPr>
          <a:xfrm flipV="1">
            <a:off x="11915603" y="-4461707"/>
            <a:ext cx="0" cy="58804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B5583E4-FEE5-9BFE-7BEF-C42D452E792A}"/>
              </a:ext>
            </a:extLst>
          </p:cNvPr>
          <p:cNvCxnSpPr/>
          <p:nvPr/>
        </p:nvCxnSpPr>
        <p:spPr>
          <a:xfrm flipV="1">
            <a:off x="6248228" y="-4461707"/>
            <a:ext cx="0" cy="58804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791EDC88-7A55-249A-0A01-594C6AB9B0D8}"/>
              </a:ext>
            </a:extLst>
          </p:cNvPr>
          <p:cNvCxnSpPr/>
          <p:nvPr/>
        </p:nvCxnSpPr>
        <p:spPr>
          <a:xfrm>
            <a:off x="6248228" y="-4242632"/>
            <a:ext cx="5667375" cy="0"/>
          </a:xfrm>
          <a:prstGeom prst="straightConnector1">
            <a:avLst/>
          </a:prstGeom>
          <a:ln w="127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E7256C75-EDB8-A8D4-1636-6D9AEE2268C8}"/>
              </a:ext>
            </a:extLst>
          </p:cNvPr>
          <p:cNvSpPr txBox="1"/>
          <p:nvPr/>
        </p:nvSpPr>
        <p:spPr>
          <a:xfrm>
            <a:off x="8374354" y="-4450830"/>
            <a:ext cx="1276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150 mm</a:t>
            </a:r>
          </a:p>
        </p:txBody>
      </p:sp>
    </p:spTree>
    <p:extLst>
      <p:ext uri="{BB962C8B-B14F-4D97-AF65-F5344CB8AC3E}">
        <p14:creationId xmlns:p14="http://schemas.microsoft.com/office/powerpoint/2010/main" val="16689931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66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1_Office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Ghungrad, Suyog Shivajirao</dc:creator>
  <cp:lastModifiedBy>Lucas Chen</cp:lastModifiedBy>
  <cp:revision>8</cp:revision>
  <dcterms:created xsi:type="dcterms:W3CDTF">2025-12-09T19:22:34Z</dcterms:created>
  <dcterms:modified xsi:type="dcterms:W3CDTF">2025-12-09T20:06:37Z</dcterms:modified>
</cp:coreProperties>
</file>